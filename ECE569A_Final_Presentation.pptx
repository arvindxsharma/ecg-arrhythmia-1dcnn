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Kuldeep opens (9-min version): introduce the team (Abhishek Kumar Singh, Arvind Sharma, Kuldeep Kumar) and the project title. ~20s.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Kuldeep: WHO stat (17.9M deaths/year), 100,000+ beats per 24h Holter recording, our goal is a compact real-time capable model, safety net for wearable users. ~35s.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Kuldeep: de Chazal 2004 (hand-crafted features), Kiranyaz 2016 (our baseline, patient-specific 1D-CNN), Acharya 2017 (raw CNN), Hannun 2019 (beats average cardiologist). We train one generic model, no per-patient fine-tuning.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Kuldeep: 5-class classification, 180-sample window at 360Hz centered on R-peak, AAMI classes N/S/V/F/Q, categorical cross-entropy with Adam over ~114K weights.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Kuldeep: 48 MIT-BIH records, Butterworth filter, from-scratch Pan-Tompkins detector validated at 92.85% sensitivity / 99.42% PPV, 109,468 labeled beats, 70/15/15 split, severe class imbalance (82.8% Normal). Hand off to Abhishek.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 opens his half (9-min version): 4 conv layers (kernel 7 to 31, receptive field grows with depth), 2 dense layers, 114,053 params. Class-weighted cross-entropy (Fusion ~112x Normal). Adam, 60 epochs, best epoch 54.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96.80% accuracy, macro F1 0.842. Note accuracy alone is misleading (82.8% baseline). Sensitivity above 92% for every class.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errors cluster where N looks like F or S. AUC 0.994 to 1.000 across all classes shows strong ranking even where precision is weaker, a threshold issue not a learning failure.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Kiranyaz uses per-patient fine-tuning and strict inter-patient split; we use one generic model and a random intra-patient split. Read our number as an optimistic estimate, first thing we'd fix in follow-up work.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first R-peak detector had a fixed threshold and only 64% sensitivity, fixed with an adaptive threshold to reach 92.85%. First model was 455K params, cut to 114,053 with no accuracy loss.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recap 114,053-param model, 96.80% accuracy, sensitivity above 92% for every class, no hand-crafted features. Future work: inter-patient DS1/DS2 re-evaluation, recover precision on S/F via oversampling or calibrated thresholds, patient-specific fine-tuning.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Abhishek: thank the audience, open the floor for questions. ~15s.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502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569A  |  Artificial Intelligence  |  Summer 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Cardiac Arrhythmia Detection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1D Convolutional Neural Networks</a:t>
            </a:r>
            <a:endParaRPr lang="en-US" sz="2600" dirty="0"/>
          </a:p>
        </p:txBody>
      </p:sp>
      <p:pic>
        <p:nvPicPr>
          <p:cNvPr id="6" name="Image 0" descr="/Users/arvindsharma/Desktop/AI project/ecg_project/slides/assets/motif_heartbeat_ice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926080"/>
            <a:ext cx="868680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2578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 Singh (V01095409)   •   Arvind Sharma (V01098252)   •   Kuldeep Kumar (V01096893)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5669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Victoria  |  Department of Electrical and Computer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Motivation: Why Automate Arrhythmia Detection?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37360" y="14173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 million deaths per year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18745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cardiovascular disease worldwide (World Health Organisation, 2021)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880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834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 heartbeats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37360" y="3291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24-hour Holter recording, far more than a cardiologist can review by hand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4251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37360" y="4709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first-pass beat screening with a compact, real-time capable 1D-CNN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417320"/>
            <a:ext cx="658368" cy="658368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'04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91640" y="136245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Chazal et 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170992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ECG morphology and RR-interval features with a linear classifier, evaluated under the AAMI inter-patient protocol.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658368" cy="658368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91640" y="250545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Kiranyaz et al.  (our primary baseline)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285292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1D-CNN: a common population model fine-tuned per patient, evaluated on the strict inter-patient DS1/DS2 split.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703320"/>
            <a:ext cx="658368" cy="658368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703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91640" y="364845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Acharya et al.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91640" y="399592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trained directly on raw ECG segments without hand-crafted features, competitive accuracy on the same 5-class AAMI scheme.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846320"/>
            <a:ext cx="658368" cy="658368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846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'19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91640" y="479145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Hannun et al.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91640" y="513892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deep network on single-lead ambulatory ECG; reported performance exceeding the average cardiologist.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5-class classification of a 180-sample (500 ms) ECG segment centered on the R-peak, sampled at 360 Hz.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26974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3F6FD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2852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categorical cross-entropy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3246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− Σ yc log(pc),  optimized with Adam over ~114K weights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4805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~114,000 learnable weights and biases across all convolutional and dense layers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Supraventricular ectopic beat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Ventricular ectopic beat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of normal and ventricular beat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Unclassifiable beat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Data Pipeline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" y="1554480"/>
            <a:ext cx="172821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ECG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 MIT-BIH records)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14600" y="1554480"/>
            <a:ext cx="347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62072" y="15544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2935224" y="1554480"/>
            <a:ext cx="172821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(0.5–45 Hz)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6592" y="1554480"/>
            <a:ext cx="347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4064" y="15544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11" name="Text 8"/>
          <p:cNvSpPr/>
          <p:nvPr/>
        </p:nvSpPr>
        <p:spPr>
          <a:xfrm>
            <a:off x="5157216" y="1554480"/>
            <a:ext cx="172821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Pan-Tompkins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 detector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scratch)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58584" y="1554480"/>
            <a:ext cx="347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06056" y="15544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14" name="Text 11"/>
          <p:cNvSpPr/>
          <p:nvPr/>
        </p:nvSpPr>
        <p:spPr>
          <a:xfrm>
            <a:off x="7379208" y="1554480"/>
            <a:ext cx="172821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segmentation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AAMI labeling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80576" y="1554480"/>
            <a:ext cx="3474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528048" y="15544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0" y="1554480"/>
            <a:ext cx="1728216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109,468 labeled beats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3611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92.85%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1188720" y="4434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 sensitivity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09160" y="3611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99.42%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4709160" y="4434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 precision (PPV)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3611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8229600" y="4434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beat classes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58064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 detector validated against expert cardiologist annotations (±50 ms tolerance). Class distribution is severely imbalanced: N 82.8%, Q 7.3%, V 6.6%, S 2.5%, F 0.7%.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Model and Training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1887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 16, k=7 + Pool +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(90, 16)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 32, k=11 + Pool +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(45, 32)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 32, k=21 + Pool +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(22, 32)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 64, k=31 + Pool +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(11, 64)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63,552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32 → Dense 16 → Softmax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92240" y="1371600"/>
            <a:ext cx="5029200" cy="3182112"/>
          </a:xfrm>
          <a:prstGeom prst="roundRect">
            <a:avLst>
              <a:gd name="adj" fmla="val 2874"/>
            </a:avLst>
          </a:prstGeom>
          <a:solidFill>
            <a:srgbClr val="F3F6FD"/>
          </a:solidFill>
          <a:ln/>
        </p:spPr>
      </p:sp>
      <p:sp>
        <p:nvSpPr>
          <p:cNvPr id="6" name="Text 2"/>
          <p:cNvSpPr/>
          <p:nvPr/>
        </p:nvSpPr>
        <p:spPr>
          <a:xfrm>
            <a:off x="6766560" y="160020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initial LR 1e-3, halved on plateau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cross-entropy (N: 0.24×  …  F: 26.93×)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128, 60 epochs, early stopping (patience 8)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selected by validation loss: epoch 54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40080" y="48920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114,053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40080" y="5715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trainable parameters (target: 50K to 200K)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Overall Performance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96.80%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4340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34340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F1 score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2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92.3–99.9%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95528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across all classes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011680"/>
                <a:gridCol w="1097280"/>
                <a:gridCol w="10972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2296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misleading: 82.8% of beats are Normal, so a trivial always-predict-N classifier already scores 82.8%.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Confusion Matrix and ROC Curves</a:t>
            </a:r>
            <a:endParaRPr lang="en-US" sz="3000" dirty="0"/>
          </a:p>
        </p:txBody>
      </p:sp>
      <p:pic>
        <p:nvPicPr>
          <p:cNvPr id="4" name="Image 0" descr="/Users/arvindsharma/Desktop/AI project/ecg_project/figure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4343400"/>
          </a:xfrm>
          <a:prstGeom prst="rect">
            <a:avLst/>
          </a:prstGeom>
        </p:spPr>
      </p:pic>
      <p:pic>
        <p:nvPicPr>
          <p:cNvPr id="5" name="Image 1" descr="/Users/arvindsharma/Desktop/AI project/ecg_project/figures/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03520" cy="45445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concentrate where classes look alike: Normal beats occasionally predicted as F or S. AUC stays 0.994–1.000 for every class.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Compare to Kiranyaz et al. (2016)?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Kiranyaz et al. (2016)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generic 1D-CNN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Per-patient fine-tuned 1D-CNN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Train/test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Intra-patient, random 70/15/15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Inter-patient DS1/DS2 (strict)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90s% (reported)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comparison?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 estimate (see note below)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Stricter, more realistic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31520" y="52578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/>
        </p:spPr>
      </p:sp>
      <p:sp>
        <p:nvSpPr>
          <p:cNvPr id="6" name="Text 2"/>
          <p:cNvSpPr/>
          <p:nvPr/>
        </p:nvSpPr>
        <p:spPr>
          <a:xfrm>
            <a:off x="960120" y="53492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beats from the same patient can appear in both our training and test sets, our numbers should be read as optimistic relative to a strict inter-patient evaluation.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How We Solved Them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3F6FD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600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R-Peak Detector Underperforming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2286000"/>
            <a:ext cx="4709160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used one fixed threshold per recording → only 64% sensitivity.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an adaptive dual threshold (running signal/noise estimates), matching the true Pan-Tompkins algorithm.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improved to 92.85%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600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Oversized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286000"/>
            <a:ext cx="4709160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trained model had 455,000 parameters, more than double our 200K proposal budget.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channel widths in the later convolutional layers.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114,053 parameters, no loss in 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2148840"/>
            <a:ext cx="4663440" cy="3246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signal, filtering, R-peak detection, 5-class prediction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114,053-parameter 1D-CNN reaches 96.80% test accuracy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of 0.842, sensitivity above 92% for every AAMI class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compact CNN can learn ECG morphology without hand-crafted features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37960" y="2148840"/>
            <a:ext cx="4663440" cy="3246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under the strict inter-patient DS1/DS2 protocol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class weighting with oversampling (SMOTE) or calibrated per-class thresholds to recover precision on S and F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patient-specific fine-tuning stage, similar to Kiranyaz et al.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2057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pic>
        <p:nvPicPr>
          <p:cNvPr id="5" name="Image 0" descr="/Users/arvindsharma/Desktop/AI project/ecg_project/slides/assets/motif_heartbeat_ice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017520"/>
            <a:ext cx="8686800" cy="1920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5394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 Singh   •   Arvind Sharma   •   Kuldeep Kumar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2026-07-29T18:01:11Z</dcterms:created>
  <dcterms:modified xsi:type="dcterms:W3CDTF">2026-07-29T18:01:11Z</dcterms:modified>
</cp:coreProperties>
</file>